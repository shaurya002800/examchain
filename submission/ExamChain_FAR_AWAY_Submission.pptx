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8348bb7684274" /><Relationship Type="http://schemas.openxmlformats.org/officeDocument/2006/relationships/extended-properties" Target="/docProps/app.xml" Id="Ref5b95debb354440" /><Relationship Type="http://schemas.openxmlformats.org/officeDocument/2006/relationships/officeDocument" Target="/ppt/presentation.xml" Id="Ref8c444bec154d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748a87223c4dee"/>
  </p:sldMasterIdLst>
  <p:notesMasterIdLst>
    <p:notesMasterId xmlns:r="http://schemas.openxmlformats.org/officeDocument/2006/relationships" r:id="R8629fcf37c4d4c9a"/>
  </p:notesMasterIdLst>
  <p:sldIdLst>
    <p:sldId xmlns:r="http://schemas.openxmlformats.org/officeDocument/2006/relationships" id="256" r:id="R895cc2a46a444ff2"/>
    <p:sldId xmlns:r="http://schemas.openxmlformats.org/officeDocument/2006/relationships" id="257" r:id="R1915af002f6a4210"/>
    <p:sldId xmlns:r="http://schemas.openxmlformats.org/officeDocument/2006/relationships" id="258" r:id="R99912ebd4eb64254"/>
    <p:sldId xmlns:r="http://schemas.openxmlformats.org/officeDocument/2006/relationships" id="259" r:id="R22774e3e9e304947"/>
    <p:sldId xmlns:r="http://schemas.openxmlformats.org/officeDocument/2006/relationships" id="260" r:id="Ra3874b4ffde043e8"/>
    <p:sldId xmlns:r="http://schemas.openxmlformats.org/officeDocument/2006/relationships" id="261" r:id="R607d05b0226d45e7"/>
    <p:sldId xmlns:r="http://schemas.openxmlformats.org/officeDocument/2006/relationships" id="262" r:id="R9e05a7d8ccdc4a96"/>
    <p:sldId xmlns:r="http://schemas.openxmlformats.org/officeDocument/2006/relationships" id="263" r:id="R8f5fc79271dc40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521de0621d40f6" /><Relationship Type="http://schemas.openxmlformats.org/officeDocument/2006/relationships/slideMaster" Target="/ppt/slideMasters/slideMaster1.xml" Id="Rff748a87223c4dee" /><Relationship Type="http://schemas.openxmlformats.org/officeDocument/2006/relationships/notesMaster" Target="/ppt/notesMasters/notesMaster1.xml" Id="R8629fcf37c4d4c9a" /><Relationship Type="http://schemas.openxmlformats.org/officeDocument/2006/relationships/presProps" Target="/ppt/presProps.xml" Id="R01164d0c16e64bf6" /><Relationship Type="http://schemas.openxmlformats.org/officeDocument/2006/relationships/viewProps" Target="/ppt/viewProps.xml" Id="Rc2982119c8454320" /><Relationship Type="http://schemas.openxmlformats.org/officeDocument/2006/relationships/tableStyles" Target="/ppt/tableStyles.xml" Id="R84592ce0518141c1" /><Relationship Type="http://schemas.openxmlformats.org/officeDocument/2006/relationships/slide" Target="/ppt/slides/slide1.xml" Id="R895cc2a46a444ff2" /><Relationship Type="http://schemas.openxmlformats.org/officeDocument/2006/relationships/slide" Target="/ppt/slides/slide2.xml" Id="R1915af002f6a4210" /><Relationship Type="http://schemas.openxmlformats.org/officeDocument/2006/relationships/slide" Target="/ppt/slides/slide3.xml" Id="R99912ebd4eb64254" /><Relationship Type="http://schemas.openxmlformats.org/officeDocument/2006/relationships/slide" Target="/ppt/slides/slide4.xml" Id="R22774e3e9e304947" /><Relationship Type="http://schemas.openxmlformats.org/officeDocument/2006/relationships/slide" Target="/ppt/slides/slide5.xml" Id="Ra3874b4ffde043e8" /><Relationship Type="http://schemas.openxmlformats.org/officeDocument/2006/relationships/slide" Target="/ppt/slides/slide6.xml" Id="R607d05b0226d45e7" /><Relationship Type="http://schemas.openxmlformats.org/officeDocument/2006/relationships/slide" Target="/ppt/slides/slide7.xml" Id="R9e05a7d8ccdc4a96" /><Relationship Type="http://schemas.openxmlformats.org/officeDocument/2006/relationships/slide" Target="/ppt/slides/slide8.xml" Id="R8f5fc79271dc40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5f0f5ac004d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7d7249ccbc4d65" /><Relationship Type="http://schemas.openxmlformats.org/officeDocument/2006/relationships/notesMaster" Target="/ppt/notesMasters/notesMaster1.xml" Id="R0e32a400a0cf40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d99f9f42b748af" /><Relationship Type="http://schemas.openxmlformats.org/officeDocument/2006/relationships/notesMaster" Target="/ppt/notesMasters/notesMaster1.xml" Id="Rff6da8970d4e45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079ce8ef9a48e7" /><Relationship Type="http://schemas.openxmlformats.org/officeDocument/2006/relationships/notesMaster" Target="/ppt/notesMasters/notesMaster1.xml" Id="R9f0877b11c1044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1155462cda4286" /><Relationship Type="http://schemas.openxmlformats.org/officeDocument/2006/relationships/notesMaster" Target="/ppt/notesMasters/notesMaster1.xml" Id="Rdb657bdd4f0749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2c380b9ba740f7" /><Relationship Type="http://schemas.openxmlformats.org/officeDocument/2006/relationships/notesMaster" Target="/ppt/notesMasters/notesMaster1.xml" Id="R89303cd434b645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e6003fd35a4698" /><Relationship Type="http://schemas.openxmlformats.org/officeDocument/2006/relationships/notesMaster" Target="/ppt/notesMasters/notesMaster1.xml" Id="R253615ac55324f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2feaa2309445dc" /><Relationship Type="http://schemas.openxmlformats.org/officeDocument/2006/relationships/notesMaster" Target="/ppt/notesMasters/notesMaster1.xml" Id="Ra8278fa7205c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23fe9e21af4c0f" /><Relationship Type="http://schemas.openxmlformats.org/officeDocument/2006/relationships/notesMaster" Target="/ppt/notesMasters/notesMaster1.xml" Id="R92d9e708432f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ccab9bb5b4e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1d7e6036ff43f2" /><Relationship Type="http://schemas.openxmlformats.org/officeDocument/2006/relationships/slideLayout" Target="/ppt/slideLayouts/slideLayout1.xml" Id="R427d093a0b394a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d093a0b394a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4f039ab3b4675" /><Relationship Type="http://schemas.openxmlformats.org/officeDocument/2006/relationships/notesSlide" Target="/ppt/notesSlides/notesSlide1.xml" Id="R739d2fbc350a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e4ccc267c428a" /><Relationship Type="http://schemas.openxmlformats.org/officeDocument/2006/relationships/notesSlide" Target="/ppt/notesSlides/notesSlide2.xml" Id="Rad6b047390884b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f492aa16542ce" /><Relationship Type="http://schemas.openxmlformats.org/officeDocument/2006/relationships/notesSlide" Target="/ppt/notesSlides/notesSlide3.xml" Id="Rae40dc408b0a4b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bbe9e3d6f40e9" /><Relationship Type="http://schemas.openxmlformats.org/officeDocument/2006/relationships/notesSlide" Target="/ppt/notesSlides/notesSlide4.xml" Id="R4741fd6e8b574a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db86ecbe74135" /><Relationship Type="http://schemas.openxmlformats.org/officeDocument/2006/relationships/notesSlide" Target="/ppt/notesSlides/notesSlide5.xml" Id="R891b1469340043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3309226564e84" /><Relationship Type="http://schemas.openxmlformats.org/officeDocument/2006/relationships/notesSlide" Target="/ppt/notesSlides/notesSlide6.xml" Id="Rb581c8cea1304e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1d687089741d1" /><Relationship Type="http://schemas.openxmlformats.org/officeDocument/2006/relationships/notesSlide" Target="/ppt/notesSlides/notesSlide7.xml" Id="Rdb5a372b125f4d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bdc3b7ec64b4d" /><Relationship Type="http://schemas.openxmlformats.org/officeDocument/2006/relationships/notesSlide" Target="/ppt/notesSlides/notesSlide8.xml" Id="R1e1e3b9dd4b642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367C37-BE66-4AB9-B47D-C6B579FA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44AB2-C1E3-463B-897E-1B77FB2A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0D7B3-C1FF-4151-AF33-E731600B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ZERO-TRUST EXAM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F4CC4-DC1C-4889-BA01-ED80360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ExamChain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A1EAD-B5BE-46B8-AE85-7F9675B3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tamper-evident platform for secure exam delivery, live integrity monitoring, and verifiable digital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739B4-839C-4F91-8D5A-612E7C7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96"/>
                </a:solidFill>
                <a:latin typeface="Aptos"/>
                <a:ea typeface="Aptos"/>
                <a:cs typeface="Aptos"/>
              </a:rPr>
              <a:t>ExamChain | FAR AWAY MVP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79ED0-1381-4F2A-A30B-4F14F40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81050"/>
            <a:ext cx="4000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14288">
            <a:solidFill>
              <a:srgbClr val="23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46CD6-32AB-4BDF-9EB6-BA30FE64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620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Exam Lifecycle Trust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B9287-7893-457B-95A4-9B42506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02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3"/>
          </a:solidFill>
          <a:ln xmlns:a="http://schemas.openxmlformats.org/drawingml/2006/main" w="19050">
            <a:solidFill>
              <a:srgbClr val="5B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54AFD-F726-4225-9353-49895179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76475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Encrypted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FE781-5FE5-4EAC-8793-4C869BB8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3"/>
          </a:solidFill>
          <a:ln xmlns:a="http://schemas.openxmlformats.org/drawingml/2006/main" w="19050">
            <a:solidFill>
              <a:srgbClr val="23D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087AE-0EAF-4AAB-9497-10A908C4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33725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Adaptive Exam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29DA1-F840-4CAF-A3A6-9992256F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3"/>
          </a:solidFill>
          <a:ln xmlns:a="http://schemas.openxmlformats.org/drawingml/2006/main" w="19050">
            <a:solidFill>
              <a:srgbClr val="38D99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6D0B7-7080-4DF5-BA17-4FA01FF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90975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Integrity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A700C-AE1F-40DE-8DB0-BA8A0A4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F33"/>
          </a:solidFill>
          <a:ln xmlns:a="http://schemas.openxmlformats.org/drawingml/2006/main" w="19050">
            <a:solidFill>
              <a:srgbClr val="F6C8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ADFA8-797B-42BE-8A7C-707AC5E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33725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Result Credential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AC82A-79A8-427E-B5EC-18B98019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28875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F06B4-60F6-4EFE-8915-D78B8D65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43375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BC193-B371-4C3E-A83D-6C960338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956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96511-4566-4D21-B099-AF0304D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41879-2D10-4506-BDAF-CCF4BE9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9055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840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50707-5C05-4A86-85BA-A3BDA94D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504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Built for the exact problem the brief cares about: exam trust before, during, and after the test.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3F49EE-437A-467A-8861-5F02D5F1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MVP already demonstrates secure question release, live anomaly events, adaptive delivery, and QR-based result verification.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2412F-1BFC-473E-A84F-5BE74A3A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F5165-AC44-44DD-8168-6A8EF6C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autonomous security agents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617C5-16D1-4D64-A776-40357B24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8D14D5-EDA7-475C-9E9C-7F733403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demo verification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A87EC-9371-4736-AA59-0CA2AF7F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0482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52A75D-215A-4411-99D1-EB60BBE9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10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public verifier link</a:t>
            </a:r>
          </a:p>
        </p:txBody>
      </p:sp>
    </p:spTree>
    <p:extLst>
      <p:ext uri="{BB962C8B-B14F-4D97-AF65-F5344CB8AC3E}">
        <p14:creationId xmlns:p14="http://schemas.microsoft.com/office/powerpoint/2010/main" val="18608922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40CE9-4DA3-4464-8C22-7F505B38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F1116-6B54-4F25-A422-B4B45CF9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357B6-6847-4AF0-99E0-26696011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10EB1-81B2-4327-A0C4-DCC4853F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Exam systems fail when trust depends on one database and delayed audits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6BFEC-D51C-4873-9CBF-DBD10E34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ExamChain replaces after-the-fact investigation with cryptographic commitments and live, agentic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CA291-BBC1-4B56-90CA-8EADA926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96"/>
                </a:solidFill>
                <a:latin typeface="Aptos"/>
                <a:ea typeface="Aptos"/>
                <a:cs typeface="Aptos"/>
              </a:rPr>
              <a:t>ExamChain | FAR AWAY MVP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145A6-0F63-490E-8E2C-0BB86F7D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8153C-EAAA-47FA-B97A-F03E3F48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Question leakage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015DB-7A47-4C04-9847-F35A7942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Question sets are committed before release and decrypted only when policy conditions are met.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406FE-83AC-4174-A08D-26CB0564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4790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282AC-3595-4C77-AC47-9B534806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Candidate impersonation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0BD17-4585-4E96-97F5-41A4988C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 identity and session behavior are bound to the exam event stream.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3BF62-8140-4168-BDB2-C08C03C5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23D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536A1-87FC-4061-9CCA-ABBF447A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Silent tampering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1B820-2D76-45C3-AF3E-DFA503F6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Merkle roots, transaction hashes, and credential fingerprints make later edits detectable.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70991-7892-47BB-BB4B-81BCA13B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4762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EE60A-35E9-403E-9AB4-B0BE7B84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529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Delayed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4B9B2-C523-4CBE-94C6-F275C967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Autonomous agents emit live risk signals instead of waiting for manual reports.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D0A4E-F20F-4195-A66C-13645221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9944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9525">
            <a:solidFill>
              <a:srgbClr val="2840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1DF47-AF8E-4A1D-84EE-0C87407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48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65D323-0E7A-4D4B-BE01-0F338190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81675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Judging edge: the demo is not only a UI. It shows a complete trust chain from exam launch to public certificate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516384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5110A7-6D4D-4E29-9F1A-F756B203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ACEA0-0059-4DD2-A180-C751542D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8E966-5FC3-4710-A259-C461CBCF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301E0-D880-4B2F-B0BF-C4175E6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Security is designed as a chain of commitments, not a single admin screen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5A1A9-2FCF-43A3-9A3D-14862016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Each service has a narrow job, and the proof layer connects question integrity, session integrity, and credential integrity.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05FDA-2C71-4AED-8E56-4E931F73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96"/>
                </a:solidFill>
                <a:latin typeface="Aptos"/>
                <a:ea typeface="Aptos"/>
                <a:cs typeface="Aptos"/>
              </a:rPr>
              <a:t>ExamChain | FAR AWAY MVP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428B2-2906-47A0-A696-79E49EEB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619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CF68C-A737-40B3-92A3-747294CE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8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8CFF"/>
                </a:solidFill>
                <a:latin typeface="Aptos"/>
                <a:ea typeface="Aptos"/>
                <a:cs typeface="Aptos"/>
              </a:rPr>
              <a:t>Actors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395F6-874D-48F7-8C16-F86BF9B8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B25D8-6D1C-42AC-9851-3CC964BB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AA384-6C2E-4E98-B494-51039217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7E770-774B-49E4-877B-00D3F569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Examiner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F77BC-A8E8-48CB-936E-E124372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5944D-320F-4214-8091-85D93F19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2FBC3-16FF-485E-99A2-F1F86413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0B8E2-999B-4302-BCBA-F2E0BE54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Public 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617FA-EED9-4F89-8D92-DD6801EA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1619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23D3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267FA-22C4-4113-AC52-23B2877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955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6A1CE-1A31-4EA0-824A-8BFD8929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290E9-DFD0-4674-93F5-5F41C997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React portal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81134-A452-47B9-85DA-5D116AC5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909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ECA53-BD08-4676-8209-3E2F39E0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Exam 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7CCBA-A227-4833-AD24-CE85EC6A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481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22003-16A4-40E6-AD19-3B8B5CE1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243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QR result 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BD80F-660B-441C-B53B-21432C8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053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6F015-8F24-45DD-8CDB-7E47C672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Verify page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2ED12-818A-491B-BE23-FC107718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24100"/>
            <a:ext cx="1619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A3FCC-E151-4C9E-B68A-11F61295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A3567D-2BED-4762-959C-F6AFAD40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687D61-E5DF-4C17-902C-9F4DA071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09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FastAPI APIs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3E254-12BE-4CCD-AFB6-EA48B81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9D5DF-4666-480B-BB51-9C9ACDB5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671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Agent router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A10245-9315-4411-ABBF-C854A5FC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481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DEE542-0E4C-4A36-9EF1-5F2621E2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243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Risk scoring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82D80F-C2DC-47B2-A8E2-49FE2A6C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053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24D3FA-C6BB-44EC-A5D8-F8B0B63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81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Credential issuer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702ADC-0A85-473D-BC00-223FDB1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1619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AC6C7F-5A89-44A1-93DD-BA422B53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955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Trust Layer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851712-52B2-4CD0-8DCC-11BAFB02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8EE0CC-A897-4B54-8034-A1B40ECA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09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Merkle root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5BCCDA-06DF-4212-8B04-C96639D0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909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EB8045-C6BF-4B48-B237-FA9C558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671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Smart contract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DB8E1D-C5A6-483B-8966-9DBCA430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481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A6D3E3-C132-4E4A-AC71-D1911277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DID + VC hash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78F527-6D8A-4B36-BCEA-9F6445A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053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BE9424-2B40-4096-B709-23C4AF79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81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ECB023-ACBE-4605-9D7D-35FF1C5B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619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B6DDAB-409B-497E-80F4-E96B121F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3A156E-A82C-406F-80BF-FF413DB4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337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E644D5-7D40-40F7-8B2D-C1C69EC5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99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059C80-BB37-4DCA-AFCE-0D33FA17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909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85C2E0-B29E-4466-A369-8C8599A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671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Redis events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431BD6-37B1-4D11-A71B-05A80FC6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B9BB27-F2E0-4B57-A885-3ED9CB2E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243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Encrypted vault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800061-E531-4615-8165-C46BCE6E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053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A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29FB35-4A94-43F0-9D66-A53588B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815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EA2EA3-B72C-4272-9B69-D676D4C5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3855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71F475-7ACC-4C17-97D0-2771434D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CE9C9D-F720-41D0-92D6-C8A42CD8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6D0A3D-CB87-4D51-AAB1-7D1C0AFB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DF92C0-ED57-418E-B0F5-18879039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39970E-A021-43F5-9BBA-50C0A741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6E0008-D017-46AC-918C-00ECC4AB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304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4AC20A2-26EE-453E-8069-9B05E1FB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2977D0-3A69-4FF2-8F09-AA1B831E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91150"/>
            <a:ext cx="8458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91E637-CA89-46FC-B57B-BFC924AE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34025"/>
            <a:ext cx="792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Demo proof: complete browser flow runs from exam attempt to QR-backed verification with no console errors.</a:t>
            </a:r>
          </a:p>
        </p:txBody>
      </p:sp>
    </p:spTree>
    <p:extLst>
      <p:ext uri="{BB962C8B-B14F-4D97-AF65-F5344CB8AC3E}">
        <p14:creationId xmlns:p14="http://schemas.microsoft.com/office/powerpoint/2010/main" val="16108354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2B76A-C39C-497A-9706-F3A905D1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E75EA-FD6B-4208-A98B-C7967D37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EB08D-B720-4641-80DC-3AB5C362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LIVE 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5CD87-7858-49EB-8318-209BE7A4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One take demo path: launch exam, trigger security signal, certify, verify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0068C-18CB-41A8-B689-2572505C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project is packaged so a judge can evaluate the core experience in under three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608AF-A7A2-495C-90EA-9C583AD5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96"/>
                </a:solidFill>
                <a:latin typeface="Aptos"/>
                <a:ea typeface="Aptos"/>
                <a:cs typeface="Aptos"/>
              </a:rPr>
              <a:t>ExamChain | FAR AWAY MVP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63454-9631-4232-9CAF-D75322C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695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2840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7D4B0-CD1C-49F3-98B8-4583C0FD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506BC-F49D-4993-92E1-6C9CF430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E34EE-FEB2-46A5-A487-CA9B6E9E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Student opens the demo exam room from the landing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30839-C8E2-4C3A-97EB-B2DB8351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934C3-5F0D-41A5-A523-EBFE4734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695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B"/>
          </a:solidFill>
          <a:ln xmlns:a="http://schemas.openxmlformats.org/drawingml/2006/main" w="9525">
            <a:solidFill>
              <a:srgbClr val="2840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E0364-7470-44A0-83FF-1CDAA311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67CC9-ADE2-4A15-985D-F137413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26B7E-09CF-4E91-86EE-AC432AB1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Candidate answers questions while risk and agent events update.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B1D68-E7EB-4847-8340-F8F55E6B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290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CD0A5-7577-412D-B5D9-23343494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1695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2840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0EA60-F129-4556-B2F3-7F5106B2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3B08B-A3E5-4887-AC1A-EEB9AF41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Attack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2A18A-22C2-4D8B-AB95-5E3E7C03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Inject anomaly event to show live environment auditing.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4A91E-A113-42B1-9A8B-DAE3A2AA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4290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779E8-AAF4-4879-AC26-81225A8E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1695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B"/>
          </a:solidFill>
          <a:ln xmlns:a="http://schemas.openxmlformats.org/drawingml/2006/main" w="9525">
            <a:solidFill>
              <a:srgbClr val="2840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2564F-60A4-4726-A675-3AB9010A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4C0F4-0879-41BE-9CB3-BB0FE179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Certify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4B284-0FE0-4DB9-B364-E2BC8437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957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Result screen issues DID, VC hash, QR, and chain transaction.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F5F63-1DFE-4DE8-AAF1-D03EBAC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29000"/>
            <a:ext cx="361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3A32A-ECFA-4CDE-A390-A4BE838B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1695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BE51F3-B3D2-41D3-8BEF-6A54F496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916D0-1928-43B7-B883-164EBEA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522E0D-151C-4F1C-B084-F8FDF7EF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95700"/>
            <a:ext cx="1314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Public verifier confirms the credential fingerprint.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F31DD4-EE6B-4B35-AC40-B662C88D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38750"/>
            <a:ext cx="9829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11D556-49A4-49B9-B3FE-65C85E63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10200"/>
            <a:ext cx="925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Suggested video script: show /exam/demo-neet-2026, submit, open QR verifier, then say: 'The result is independently checkable without trusting our database.'</a:t>
            </a:r>
          </a:p>
        </p:txBody>
      </p:sp>
    </p:spTree>
    <p:extLst>
      <p:ext uri="{BB962C8B-B14F-4D97-AF65-F5344CB8AC3E}">
        <p14:creationId xmlns:p14="http://schemas.microsoft.com/office/powerpoint/2010/main" val="14394903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F2392-F4E5-4FFE-9076-35CEE344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AF560-1E84-4067-852C-70BC3639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250D6-5C8B-4A4E-89A0-12D985F4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AGENTIC 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6F434-370E-473B-9BD1-C04F0F7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Four autonomous agents make the MVP stronger than a static exam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6903B-7959-4238-AEB0-E50D72D6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agents map directly to the blueprint and give the judges concrete security behavior to inspect.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174AA-5CE8-4F62-A644-D1F585F9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96"/>
                </a:solidFill>
                <a:latin typeface="Aptos"/>
                <a:ea typeface="Aptos"/>
                <a:cs typeface="Aptos"/>
              </a:rPr>
              <a:t>ExamChain | FAR AWAY MVP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78A48-4479-4FD0-AC49-838BB862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23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44EB2-0326-4740-9038-E08D9A2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Integrity 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FF221-87DA-4F19-8B78-15D22F7E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Tracks answer timing, tab changes, and anomalous session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C6421-638F-4881-979E-F4EA9E76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14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E8E39-05EF-4191-892C-D9FAC388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87E79-7ED1-4283-8AFB-79E9582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5B8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90014-1424-4B73-AD4A-CE87E673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8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B8CFF"/>
                </a:solidFill>
                <a:latin typeface="Aptos"/>
                <a:ea typeface="Aptos"/>
                <a:cs typeface="Aptos"/>
              </a:rPr>
              <a:t>Adaptive Selector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4FAA0-5999-4FF0-BDC1-F748A4F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Builds question delivery from committed, difficulty-tagged pools.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EBB9E-8A51-4E36-A57D-9C66D16A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14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784BC-84DE-4F08-B48F-CE298728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28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074D9-01E3-45AB-BF30-D292D1B1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1C547-6767-4475-82B7-3A9D1139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Environment Auditor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89027-89DF-4A56-ACAC-F8419149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Flags camera, device, and browser risk events during the attempt.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ACE5B-44DD-4B19-869C-6C20CDEE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67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6116D4-E1F3-445F-A9F2-776C680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7487E-14AD-46C8-8109-7B3318D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42CFF-0030-4113-9804-6782EA71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Result Certifier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A7B042-299D-4FA9-9162-35D90254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Issues verifiable result credentials with QR and transaction proof.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3A7B54-F6DC-473F-95BC-59AA71DF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67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811525-BF0D-4406-B905-C32AA421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81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C384E-A060-4A49-83BD-18E2B33E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19750"/>
            <a:ext cx="567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9525">
            <a:solidFill>
              <a:srgbClr val="23D3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5BF2C-8397-4AC0-B313-C348330A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340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MVP improvement added: demo mode keeps these security concepts visible even without a live chain backend.</a:t>
            </a:r>
          </a:p>
        </p:txBody>
      </p:sp>
    </p:spTree>
    <p:extLst>
      <p:ext uri="{BB962C8B-B14F-4D97-AF65-F5344CB8AC3E}">
        <p14:creationId xmlns:p14="http://schemas.microsoft.com/office/powerpoint/2010/main" val="6630891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8545B6-6769-4E5F-BB06-06F5E3F5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18EC8-B302-46CD-B6C7-B4016A0E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925F8-7039-4A65-B3BB-4F31C9AC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IMPLEMENTATION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01C50-38F9-4D3B-A130-600AA9D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repository now has a submission-grade skeleton plus a polished frontend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1B45D-B8DE-4561-8F40-D9ACEC9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MVP favors credible execution over broad claims: running UI, documented architecture, env template, and deployable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3AB07-E79E-46F2-95F8-F2E227DD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96"/>
                </a:solidFill>
                <a:latin typeface="Aptos"/>
                <a:ea typeface="Aptos"/>
                <a:cs typeface="Aptos"/>
              </a:rPr>
              <a:t>ExamChain | FAR AWAY MVP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BBEC6-931D-4772-8FBF-E420719A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3815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23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8BCCC-22E9-4990-8111-841FD2E7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is already 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2284A-CFEF-40C1-B71D-3BE106B4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BF4C4-6212-4148-B2D0-9998E45F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 demo exam room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9694A-FF85-4BF0-9258-A8F57415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8E089-05A6-41EC-892A-005D5A7A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909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agent timeline and risk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2762D-68E9-4AD3-BD5F-5B8F562A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3FF91-6FFC-4382-904E-81AD7919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Certified result page with QR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7AB48-0357-47EF-90F3-4C670E02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6F30F-3D00-4400-B0A8-775780D1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Public verifier fallback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9D860-E0EB-4659-B96A-6B34CF22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99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0808E-29E5-4DFA-86D5-9FA80A5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README, env template, compose 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3215F-2D1C-4C65-A28F-7B54CB38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52768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5D9BB-D4E1-4B44-A5D2-569A2825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88961-14C9-4871-857F-D1C2F941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frontend production build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82BC3-16F2-4561-9B64-92CB7106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818BE-3631-49DE-90A7-00D2E315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lint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DECF3-F20F-4991-A570-DC1A8F85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C963C-9C3A-454F-831D-B93E163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86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Python compile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3886A-7778-4617-A8C8-6AE060FD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4267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Browser QA confirmed the complete flow: exam -&gt; result credential -&gt; public verification, including mobile smoke test and no console errors.</a:t>
            </a:r>
          </a:p>
        </p:txBody>
      </p:sp>
    </p:spTree>
    <p:extLst>
      <p:ext uri="{BB962C8B-B14F-4D97-AF65-F5344CB8AC3E}">
        <p14:creationId xmlns:p14="http://schemas.microsoft.com/office/powerpoint/2010/main" val="4456416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D3EAC1-BC13-4C18-BA70-DFF5A85C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1D279-D6A8-415D-ADBB-9F42AFA4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09864-6527-458A-9047-13AD58E3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SELECTION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39FF2-E9DE-4E0B-9154-B0E8B6D7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Why ExamChain can stand out in Round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B5099-1577-40F3-B0A0-EA274BBF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submission is framed around a complete security lifecycle and a judge-friendly proof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02336-0D89-4C01-9537-C4A2731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96"/>
                </a:solidFill>
                <a:latin typeface="Aptos"/>
                <a:ea typeface="Aptos"/>
                <a:cs typeface="Aptos"/>
              </a:rPr>
              <a:t>ExamChain | FAR AWAY MVP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63A0F-84E4-414B-ABB7-37E9F344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6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F7976-3AC5-4E58-BAB8-B2570F3C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193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Cryptographic 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3F0E6-6C4E-415A-8FD1-80E3D409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0027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Question and result states are represented as hashes, roots, transactions, and verifier links.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ABBB0-8648-490C-B6F6-664379EB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110B6-D50E-4EA5-81D8-10E1A1B1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622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Operational realism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8848A-68B5-4682-88AF-D1841C2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4322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UI speaks to student, examiner, admin, and public verifier roles.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7791B-8820-4F4D-8B3A-C555BEC8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6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DE3FB-15D1-43FA-B9B9-0EBADA49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05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AI agent relevance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A42D3-6AB6-44EB-BD36-F74752B5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8617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Agents have scoped security responsibilities rather than being vague assistants.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715E9-2461-4178-AA98-F8CB6DBF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46AAD-8C2D-4C48-B392-938BB84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481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Demo resilience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1037F-F7F7-4728-87AA-C7DDEE9A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2912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Fallback demo data lets reviewers evaluate the story even if backend or chain services are not running.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4F874-CAFA-4AB1-B45B-DF3A9DC6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6"/>
          </a:solidFill>
          <a:ln xmlns:a="http://schemas.openxmlformats.org/drawingml/2006/main" w="9525">
            <a:solidFill>
              <a:srgbClr val="243B5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A8A03-ED2B-4219-B4A7-D7487433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Submission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FB9C3-6CBF-40C0-BE0D-05AE313E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7207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README, PPTX, setup notes, and one-take demo route are now packaged.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B764EE-CD5B-4896-843C-211FA442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007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Round 1 goal: make the evaluator believe this can become production-grade, while already being easy to run and inspect today.</a:t>
            </a:r>
          </a:p>
        </p:txBody>
      </p:sp>
    </p:spTree>
    <p:extLst>
      <p:ext uri="{BB962C8B-B14F-4D97-AF65-F5344CB8AC3E}">
        <p14:creationId xmlns:p14="http://schemas.microsoft.com/office/powerpoint/2010/main" val="20595283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C10E2-6F09-4C8F-A24B-6AC9869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A7DAC-9D2F-4C34-AEAF-D4C39FF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BDB06-0638-477C-9D8D-4986D8A7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SUBMIT WITH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C54FF-C368-4184-90A7-8313DF7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42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Required Unstop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C11F8-93D6-427F-A36F-CEF27FF0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Use the public repository URL, upload this PPTX or a short MP4 demo, and add the live URL if deployment is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91E64-28AD-4C2A-9762-A220E8DA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7F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F7F96"/>
                </a:solidFill>
                <a:latin typeface="Aptos"/>
                <a:ea typeface="Aptos"/>
                <a:cs typeface="Aptos"/>
              </a:rPr>
              <a:t>ExamChain | FAR AWAY MVP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1E3BF-30AC-42FF-956F-062D03D0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9800"/>
            <a:ext cx="901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2840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465F3-39A4-4B5D-A396-AB9C03B8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Project GitHub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0005C-DAE9-4862-82C1-29D0F9DD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Paste the public GitHub repo URL after pushing the final commit.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E8727-F1B9-4F33-9DB0-37DAA69D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14700"/>
            <a:ext cx="901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4A2D0-1864-431C-AC17-A5F72C61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PPT / Video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42F14-A551-4B49-8E2A-0445F52F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Upload submission/ExamChain_FAR_AWAY_Submission.pptx or a recorded walkthrough.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38BC5-0F3A-4220-8DDD-8E217565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901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B"/>
          </a:solidFill>
          <a:ln xmlns:a="http://schemas.openxmlformats.org/drawingml/2006/main" w="9525">
            <a:solidFill>
              <a:srgbClr val="2840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5E15E-B9C2-46EF-9399-8F208A2E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3D3EE"/>
                </a:solidFill>
                <a:latin typeface="Aptos"/>
                <a:ea typeface="Aptos"/>
                <a:cs typeface="Aptos"/>
              </a:rPr>
              <a:t>Live 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7933B-3671-4BDD-AE9B-1E36337E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Optional. If no hosted deployment is ready, leave blank and rely on README setup plus the deck.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99FC7-B0A1-49CB-8B69-F143BACC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340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9525">
            <a:solidFill>
              <a:srgbClr val="38D9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DA2FB-7707-4530-A353-2758BA6F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48350"/>
            <a:ext cx="662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8D99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D996"/>
                </a:solidFill>
                <a:latin typeface="Aptos"/>
                <a:ea typeface="Aptos"/>
                <a:cs typeface="Aptos"/>
              </a:rPr>
              <a:t>Recommended demo route: http://127.0.0.1:5173/exam/demo-neet-2026</a:t>
            </a:r>
          </a:p>
        </p:txBody>
      </p:sp>
    </p:spTree>
    <p:extLst>
      <p:ext uri="{BB962C8B-B14F-4D97-AF65-F5344CB8AC3E}">
        <p14:creationId xmlns:p14="http://schemas.microsoft.com/office/powerpoint/2010/main" val="389349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2026-06-14T16:56:18.3720000Z</dcterms:created>
  <dcterms:modified xsi:type="dcterms:W3CDTF">2026-06-14T16:56:18.3720000Z</dcterms:modified>
</coreProperties>
</file>